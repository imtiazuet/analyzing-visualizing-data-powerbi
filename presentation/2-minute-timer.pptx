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>
  <p:showPr useTimings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02:00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90678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89916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89154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88392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87630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86868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86106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85344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84582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83820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83058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82296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81534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80772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80010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79248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78486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77724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76962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76200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75438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74676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73914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73152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72390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71628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70866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70104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69342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68580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67818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67056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66294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65532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64770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64008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63246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62484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61722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60960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60198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59436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58674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57912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57150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56388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55626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54864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54102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53340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52578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51816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51054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50292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49530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48768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48006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47244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46482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01:00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45720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00:59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44958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00:58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44196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00:57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43434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00:56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42672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00:55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41910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00:54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41148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00:53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40386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00:52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39624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00:51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38862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00:50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38100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00:49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37338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00:48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36576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00:47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35814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00:46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35052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00:45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34290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00:44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33528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00:43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32766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00:42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32004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00:41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31242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00:40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30480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00:39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29718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00:38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28956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00:37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28194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00:36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27432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00:35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26670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00:34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25908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00:33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25146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00:32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24384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FAFC"/>
                </a:solidFill>
                <a:latin typeface="Arial"/>
              </a:rPr>
              <a:t>00:31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2362200" cy="20116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BBF24"/>
                </a:solidFill>
                <a:latin typeface="Arial"/>
              </a:rPr>
              <a:t>00:30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2286000" cy="20116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BBF24"/>
                </a:solidFill>
                <a:latin typeface="Arial"/>
              </a:rPr>
              <a:t>00:29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2209800" cy="20116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BBF24"/>
                </a:solidFill>
                <a:latin typeface="Arial"/>
              </a:rPr>
              <a:t>00:28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2133600" cy="20116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BBF24"/>
                </a:solidFill>
                <a:latin typeface="Arial"/>
              </a:rPr>
              <a:t>00:27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2057400" cy="20116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BBF24"/>
                </a:solidFill>
                <a:latin typeface="Arial"/>
              </a:rPr>
              <a:t>00:26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1981200" cy="20116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BBF24"/>
                </a:solidFill>
                <a:latin typeface="Arial"/>
              </a:rPr>
              <a:t>00:25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1905000" cy="20116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BBF24"/>
                </a:solidFill>
                <a:latin typeface="Arial"/>
              </a:rPr>
              <a:t>00:24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1828800" cy="20116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BBF24"/>
                </a:solidFill>
                <a:latin typeface="Arial"/>
              </a:rPr>
              <a:t>00:23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1752600" cy="20116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BBF24"/>
                </a:solidFill>
                <a:latin typeface="Arial"/>
              </a:rPr>
              <a:t>00:22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1676400" cy="20116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BBF24"/>
                </a:solidFill>
                <a:latin typeface="Arial"/>
              </a:rPr>
              <a:t>00:21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1600200" cy="20116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BBF24"/>
                </a:solidFill>
                <a:latin typeface="Arial"/>
              </a:rPr>
              <a:t>00:20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1524000" cy="20116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BBF24"/>
                </a:solidFill>
                <a:latin typeface="Arial"/>
              </a:rPr>
              <a:t>00:19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1447800" cy="20116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BBF24"/>
                </a:solidFill>
                <a:latin typeface="Arial"/>
              </a:rPr>
              <a:t>00:18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BBF24"/>
                </a:solidFill>
                <a:latin typeface="Arial"/>
              </a:rPr>
              <a:t>00:17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1295400" cy="20116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BBF24"/>
                </a:solidFill>
                <a:latin typeface="Arial"/>
              </a:rPr>
              <a:t>00:16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1219200" cy="20116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BBF24"/>
                </a:solidFill>
                <a:latin typeface="Arial"/>
              </a:rPr>
              <a:t>00:15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1143000" cy="20116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BBF24"/>
                </a:solidFill>
                <a:latin typeface="Arial"/>
              </a:rPr>
              <a:t>00:14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1066800" cy="20116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BBF24"/>
                </a:solidFill>
                <a:latin typeface="Arial"/>
              </a:rPr>
              <a:t>00:13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990600" cy="20116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BBF24"/>
                </a:solidFill>
                <a:latin typeface="Arial"/>
              </a:rPr>
              <a:t>00:12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BBF24"/>
                </a:solidFill>
                <a:latin typeface="Arial"/>
              </a:rPr>
              <a:t>00:11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838200" cy="20116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7171"/>
                </a:solidFill>
                <a:latin typeface="Arial"/>
              </a:rPr>
              <a:t>00:10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87171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762000" cy="201168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7171"/>
                </a:solidFill>
                <a:latin typeface="Arial"/>
              </a:rPr>
              <a:t>00:09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87171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685800" cy="201168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7171"/>
                </a:solidFill>
                <a:latin typeface="Arial"/>
              </a:rPr>
              <a:t>00:08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87171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609600" cy="201168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7171"/>
                </a:solidFill>
                <a:latin typeface="Arial"/>
              </a:rPr>
              <a:t>00:07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87171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533400" cy="201168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7171"/>
                </a:solidFill>
                <a:latin typeface="Arial"/>
              </a:rPr>
              <a:t>00:06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87171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7171"/>
                </a:solidFill>
                <a:latin typeface="Arial"/>
              </a:rPr>
              <a:t>00:05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87171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381000" cy="201168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7171"/>
                </a:solidFill>
                <a:latin typeface="Arial"/>
              </a:rPr>
              <a:t>00:04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87171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304800" cy="201168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7171"/>
                </a:solidFill>
                <a:latin typeface="Arial"/>
              </a:rPr>
              <a:t>00:03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87171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228600" cy="201168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7171"/>
                </a:solidFill>
                <a:latin typeface="Arial"/>
              </a:rPr>
              <a:t>00:02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87171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152400" cy="201168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7171"/>
                </a:solidFill>
                <a:latin typeface="Arial"/>
              </a:rPr>
              <a:t>00:01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87171"/>
                </a:solidFill>
                <a:latin typeface="Arial"/>
              </a:rPr>
              <a:t>2-minute timer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5349240"/>
            <a:ext cx="76200" cy="201168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  <p:transition spd="fast" advClick="0" advTm="1000">
    <p:cut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3C5FD"/>
                </a:solidFill>
                <a:latin typeface="Arial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Arial"/>
              </a:rPr>
              <a:t>TIME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25912" cy="21031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0" b="1">
                <a:solidFill>
                  <a:srgbClr val="F87171"/>
                </a:solidFill>
                <a:latin typeface="Arial"/>
              </a:rPr>
              <a:t>00:00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87171"/>
                </a:solidFill>
                <a:latin typeface="Arial"/>
              </a:rPr>
              <a:t>Time is 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3390" y="5349240"/>
            <a:ext cx="9144000" cy="20116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Starts at 02:00  ·  advances automatically  ·  press Esc to exit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2-minute presentation timer</dc:title>
  <dc:subject>Countdown timer lasting 2 minutes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